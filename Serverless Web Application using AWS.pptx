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48" d="100"/>
          <a:sy n="48" d="100"/>
        </p:scale>
        <p:origin x="29" y="7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E8055-C6CC-4A8B-B10D-567B275E4603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DB41B-B852-40A0-902E-3D3F6237F1C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E8055-C6CC-4A8B-B10D-567B275E4603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DB41B-B852-40A0-902E-3D3F6237F1C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E8055-C6CC-4A8B-B10D-567B275E4603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DB41B-B852-40A0-902E-3D3F6237F1C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E8055-C6CC-4A8B-B10D-567B275E4603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DB41B-B852-40A0-902E-3D3F6237F1C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E8055-C6CC-4A8B-B10D-567B275E4603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DB41B-B852-40A0-902E-3D3F6237F1C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E8055-C6CC-4A8B-B10D-567B275E4603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DB41B-B852-40A0-902E-3D3F6237F1C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E8055-C6CC-4A8B-B10D-567B275E4603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DB41B-B852-40A0-902E-3D3F6237F1C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E8055-C6CC-4A8B-B10D-567B275E4603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DB41B-B852-40A0-902E-3D3F6237F1C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E8055-C6CC-4A8B-B10D-567B275E4603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DB41B-B852-40A0-902E-3D3F6237F1C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E8055-C6CC-4A8B-B10D-567B275E4603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DB41B-B852-40A0-902E-3D3F6237F1C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E8055-C6CC-4A8B-B10D-567B275E4603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DB41B-B852-40A0-902E-3D3F6237F1C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DE8055-C6CC-4A8B-B10D-567B275E4603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6DB41B-B852-40A0-902E-3D3F6237F1C0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600" b="1" dirty="0"/>
              <a:t>Serverless Web Application using AWS</a:t>
            </a:r>
            <a:endParaRPr lang="en-US" sz="66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12758" y="2682082"/>
            <a:ext cx="9144000" cy="1655762"/>
          </a:xfrm>
        </p:spPr>
        <p:txBody>
          <a:bodyPr/>
          <a:lstStyle/>
          <a:p>
            <a:r>
              <a:rPr lang="en-US" dirty="0"/>
              <a:t>                     </a:t>
            </a:r>
            <a:endParaRPr lang="en-US" dirty="0"/>
          </a:p>
          <a:p>
            <a:pPr algn="r"/>
            <a:r>
              <a:rPr lang="en-US" sz="3600" b="1" dirty="0"/>
              <a:t>                                                                                                        AMRITHA S </a:t>
            </a:r>
            <a:r>
              <a:rPr lang="en-US" sz="3600" b="1" dirty="0" err="1"/>
              <a:t>S</a:t>
            </a:r>
            <a:endParaRPr lang="en-US" sz="36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b="1" dirty="0"/>
              <a:t>PROJECT OVERVIEW</a:t>
            </a:r>
            <a:endParaRPr lang="en-US" sz="4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This project is a </a:t>
            </a:r>
            <a:r>
              <a:rPr lang="en-US" sz="3200" b="1" dirty="0"/>
              <a:t>serverless web application</a:t>
            </a:r>
            <a:endParaRPr lang="en-US" sz="3200" b="1" dirty="0"/>
          </a:p>
          <a:p>
            <a:r>
              <a:rPr lang="en-US" sz="3200" dirty="0"/>
              <a:t>Backend is fully managed by AWS</a:t>
            </a:r>
            <a:endParaRPr lang="en-US" sz="3200" dirty="0"/>
          </a:p>
          <a:p>
            <a:r>
              <a:rPr lang="en-US" sz="3200" dirty="0"/>
              <a:t>No servers to maintain</a:t>
            </a:r>
            <a:endParaRPr lang="en-US" sz="3200" dirty="0"/>
          </a:p>
          <a:p>
            <a:r>
              <a:rPr lang="en-US" sz="3200" dirty="0"/>
              <a:t>Scalable and cost-effective</a:t>
            </a:r>
            <a:endParaRPr lang="en-US" sz="3200" dirty="0"/>
          </a:p>
          <a:p>
            <a:pPr marL="0" indent="0">
              <a:buNone/>
            </a:pPr>
            <a:r>
              <a:rPr lang="en-US" sz="3200" dirty="0"/>
              <a:t>FOR EXAMPLE:</a:t>
            </a:r>
            <a:endParaRPr lang="en-US" sz="3200" dirty="0"/>
          </a:p>
          <a:p>
            <a:r>
              <a:rPr lang="en-US" sz="3200" dirty="0"/>
              <a:t>Users send requests through a web app</a:t>
            </a:r>
            <a:endParaRPr lang="en-US" sz="3200" dirty="0"/>
          </a:p>
          <a:p>
            <a:r>
              <a:rPr lang="en-US" sz="3200" dirty="0"/>
              <a:t>Data is processed using AWS Lambda</a:t>
            </a:r>
            <a:endParaRPr lang="en-US" sz="3200" dirty="0"/>
          </a:p>
          <a:p>
            <a:r>
              <a:rPr lang="en-US" sz="3200" dirty="0"/>
              <a:t>Data is stored in DynamoDB</a:t>
            </a:r>
            <a:endParaRPr lang="en-US" sz="3200" dirty="0"/>
          </a:p>
          <a:p>
            <a:endParaRPr lang="en-US" sz="3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b="1" dirty="0"/>
              <a:t>PROBLEM STATEMENT</a:t>
            </a:r>
            <a:endParaRPr lang="en-US" sz="4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200" dirty="0"/>
              <a:t>Traditional servers are costly and hard to manage</a:t>
            </a:r>
            <a:endParaRPr lang="en-US" sz="3200" dirty="0"/>
          </a:p>
          <a:p>
            <a:pPr>
              <a:lnSpc>
                <a:spcPct val="150000"/>
              </a:lnSpc>
            </a:pPr>
            <a:r>
              <a:rPr lang="en-US" sz="3200" dirty="0"/>
              <a:t>Scaling applications is difficult</a:t>
            </a:r>
            <a:endParaRPr lang="en-US" sz="3200" dirty="0"/>
          </a:p>
          <a:p>
            <a:pPr>
              <a:lnSpc>
                <a:spcPct val="150000"/>
              </a:lnSpc>
            </a:pPr>
            <a:r>
              <a:rPr lang="en-US" sz="3200" dirty="0"/>
              <a:t>Need an efficient, serverless solution</a:t>
            </a:r>
            <a:endParaRPr lang="en-US" sz="3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b="1" dirty="0"/>
              <a:t>SOLUTION ARCHITECTURE</a:t>
            </a:r>
            <a:endParaRPr lang="en-US" sz="4800" b="1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1690688"/>
            <a:ext cx="10134600" cy="4486275"/>
          </a:xfr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b="1" dirty="0"/>
              <a:t>TECHNOLOGIES USED</a:t>
            </a:r>
            <a:endParaRPr lang="en-US" sz="4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/>
              <a:t>AWS Lambda:</a:t>
            </a:r>
            <a:r>
              <a:rPr lang="en-US" sz="3200" dirty="0"/>
              <a:t> Executes backend logic</a:t>
            </a:r>
            <a:endParaRPr lang="en-US" sz="3200" dirty="0"/>
          </a:p>
          <a:p>
            <a:pPr>
              <a:lnSpc>
                <a:spcPct val="150000"/>
              </a:lnSpc>
            </a:pPr>
            <a:r>
              <a:rPr lang="en-US" sz="3200" b="1" dirty="0"/>
              <a:t>API Gateway:</a:t>
            </a:r>
            <a:r>
              <a:rPr lang="en-US" sz="3200" dirty="0"/>
              <a:t> Connects frontend and backend</a:t>
            </a:r>
            <a:endParaRPr lang="en-US" sz="3200" dirty="0"/>
          </a:p>
          <a:p>
            <a:pPr>
              <a:lnSpc>
                <a:spcPct val="150000"/>
              </a:lnSpc>
            </a:pPr>
            <a:r>
              <a:rPr lang="en-US" sz="3200" b="1" dirty="0"/>
              <a:t>DynamoDB:</a:t>
            </a:r>
            <a:r>
              <a:rPr lang="en-US" sz="3200" dirty="0"/>
              <a:t> NoSQL database</a:t>
            </a:r>
            <a:endParaRPr lang="en-US" sz="3200" dirty="0"/>
          </a:p>
          <a:p>
            <a:pPr>
              <a:lnSpc>
                <a:spcPct val="150000"/>
              </a:lnSpc>
            </a:pPr>
            <a:r>
              <a:rPr lang="en-US" sz="3200" b="1" dirty="0"/>
              <a:t>AWS Amplify:</a:t>
            </a:r>
            <a:r>
              <a:rPr lang="en-US" sz="3200" dirty="0"/>
              <a:t> Frontend hosting &amp; integration</a:t>
            </a:r>
            <a:endParaRPr lang="en-US" sz="3200" dirty="0"/>
          </a:p>
          <a:p>
            <a:pPr>
              <a:lnSpc>
                <a:spcPct val="150000"/>
              </a:lnSpc>
            </a:pPr>
            <a:r>
              <a:rPr lang="en-US" sz="3200" b="1" dirty="0"/>
              <a:t>GitHub:</a:t>
            </a:r>
            <a:r>
              <a:rPr lang="en-US" sz="3200" dirty="0"/>
              <a:t> Code version control</a:t>
            </a:r>
            <a:endParaRPr lang="en-US" sz="3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29881" y="0"/>
            <a:ext cx="3932237" cy="1600200"/>
          </a:xfrm>
        </p:spPr>
        <p:txBody>
          <a:bodyPr>
            <a:normAutofit/>
          </a:bodyPr>
          <a:lstStyle/>
          <a:p>
            <a:r>
              <a:rPr lang="en-US" sz="4800" b="1" dirty="0"/>
              <a:t>AWS LAMBDA</a:t>
            </a:r>
            <a:endParaRPr lang="en-US" sz="4800" b="1" dirty="0"/>
          </a:p>
        </p:txBody>
      </p:sp>
      <p:pic>
        <p:nvPicPr>
          <p:cNvPr id="15" name="Picture Placeholder 14"/>
          <p:cNvPicPr>
            <a:picLocks noGrp="1" noChangeAspect="1"/>
          </p:cNvPicPr>
          <p:nvPr>
            <p:ph type="pic"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75" r="14575"/>
          <a:stretch>
            <a:fillRect/>
          </a:stretch>
        </p:blipFill>
        <p:spPr>
          <a:xfrm>
            <a:off x="5381308" y="2057400"/>
            <a:ext cx="6172200" cy="4404359"/>
          </a:xfrm>
        </p:spPr>
      </p:pic>
      <p:sp>
        <p:nvSpPr>
          <p:cNvPr id="17" name="Text Placeholder 16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Handles requests</a:t>
            </a:r>
            <a:endParaRPr lang="en-US" sz="32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Processes input</a:t>
            </a:r>
            <a:endParaRPr lang="en-US" sz="32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Stores data into DynamoDB</a:t>
            </a:r>
            <a:endParaRPr lang="en-US" sz="3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29881" y="-190162"/>
            <a:ext cx="3932237" cy="1600200"/>
          </a:xfrm>
        </p:spPr>
        <p:txBody>
          <a:bodyPr>
            <a:normAutofit/>
          </a:bodyPr>
          <a:lstStyle/>
          <a:p>
            <a:r>
              <a:rPr lang="en-US" sz="4800" b="1" dirty="0"/>
              <a:t>API GATEWAY</a:t>
            </a:r>
            <a:endParaRPr lang="en-US" sz="4800" b="1" dirty="0"/>
          </a:p>
        </p:txBody>
      </p:sp>
      <p:pic>
        <p:nvPicPr>
          <p:cNvPr id="18" name="Content Placeholder 17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3668" y="2057400"/>
            <a:ext cx="6429692" cy="4190662"/>
          </a:xfr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>
            <a:normAutofit lnSpcReduction="10000"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Acts as a bridge</a:t>
            </a:r>
            <a:endParaRPr lang="en-US" sz="32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Receives HTTP requests</a:t>
            </a:r>
            <a:endParaRPr lang="en-US" sz="32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Triggers Lambda function</a:t>
            </a:r>
            <a:endParaRPr lang="en-US" sz="3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b="1" dirty="0"/>
              <a:t>DYNAMO DB</a:t>
            </a:r>
            <a:endParaRPr lang="en-US" sz="4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4160520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200" dirty="0"/>
              <a:t>Stores application data</a:t>
            </a:r>
            <a:endParaRPr lang="en-US" sz="3200" dirty="0"/>
          </a:p>
          <a:p>
            <a:pPr>
              <a:lnSpc>
                <a:spcPct val="150000"/>
              </a:lnSpc>
            </a:pPr>
            <a:r>
              <a:rPr lang="en-US" sz="3200" dirty="0"/>
              <a:t>Fully serverless</a:t>
            </a:r>
            <a:endParaRPr lang="en-US" sz="3200" dirty="0"/>
          </a:p>
          <a:p>
            <a:pPr>
              <a:lnSpc>
                <a:spcPct val="150000"/>
              </a:lnSpc>
            </a:pPr>
            <a:r>
              <a:rPr lang="en-US" sz="3200" dirty="0"/>
              <a:t>Fast and scalable</a:t>
            </a:r>
            <a:endParaRPr lang="en-US" sz="3200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318" y="1825625"/>
            <a:ext cx="6354762" cy="3571654"/>
          </a:xfr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b="1" dirty="0"/>
              <a:t>AWS AMPLIFY</a:t>
            </a:r>
            <a:endParaRPr lang="en-US" sz="4800" b="1" dirty="0"/>
          </a:p>
        </p:txBody>
      </p:sp>
      <p:pic>
        <p:nvPicPr>
          <p:cNvPr id="11" name="Content Placeholder 10"/>
          <p:cNvPicPr>
            <a:picLocks noGrp="1" noChangeAspect="1"/>
          </p:cNvPicPr>
          <p:nvPr>
            <p:ph sz="half" idx="2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1640" y="1970827"/>
            <a:ext cx="5852160" cy="3698453"/>
          </a:xfrm>
        </p:spPr>
      </p:pic>
      <p:sp>
        <p:nvSpPr>
          <p:cNvPr id="7" name="Rectangle 3"/>
          <p:cNvSpPr>
            <a:spLocks noGrp="1" noChangeArrowheads="1"/>
          </p:cNvSpPr>
          <p:nvPr>
            <p:ph sz="half" idx="1"/>
          </p:nvPr>
        </p:nvSpPr>
        <p:spPr bwMode="auto">
          <a:xfrm>
            <a:off x="1005840" y="2028615"/>
            <a:ext cx="4267200" cy="2800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Hosts frontend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3200" dirty="0"/>
              <a:t>Connects API easily</a:t>
            </a:r>
            <a:endParaRPr lang="en-US" sz="3200" dirty="0"/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3200" dirty="0"/>
              <a:t>Enables CI/CD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b="1" dirty="0"/>
              <a:t>OUTPUT</a:t>
            </a:r>
            <a:endParaRPr lang="en-US" sz="4800" b="1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half"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935480"/>
            <a:ext cx="5181600" cy="3521957"/>
          </a:xfrm>
        </p:spPr>
      </p:pic>
      <p:pic>
        <p:nvPicPr>
          <p:cNvPr id="10" name="Content Placeholder 9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1935480"/>
            <a:ext cx="5181600" cy="3521957"/>
          </a:xfr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b="1" dirty="0"/>
              <a:t>ADVANTAGES</a:t>
            </a:r>
            <a:endParaRPr lang="en-US" sz="4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200" dirty="0"/>
              <a:t>No server maintenance</a:t>
            </a:r>
            <a:endParaRPr lang="en-US" sz="3200" dirty="0"/>
          </a:p>
          <a:p>
            <a:pPr>
              <a:lnSpc>
                <a:spcPct val="150000"/>
              </a:lnSpc>
            </a:pPr>
            <a:r>
              <a:rPr lang="en-US" sz="3200" dirty="0"/>
              <a:t>High scalability</a:t>
            </a:r>
            <a:endParaRPr lang="en-US" sz="3200" dirty="0"/>
          </a:p>
          <a:p>
            <a:pPr>
              <a:lnSpc>
                <a:spcPct val="150000"/>
              </a:lnSpc>
            </a:pPr>
            <a:r>
              <a:rPr lang="en-US" sz="3200" dirty="0"/>
              <a:t>Low cost</a:t>
            </a:r>
            <a:endParaRPr lang="en-US" sz="3200" dirty="0"/>
          </a:p>
          <a:p>
            <a:pPr>
              <a:lnSpc>
                <a:spcPct val="150000"/>
              </a:lnSpc>
            </a:pPr>
            <a:r>
              <a:rPr lang="en-US" sz="3200" dirty="0"/>
              <a:t>Secure and reliable</a:t>
            </a:r>
            <a:endParaRPr lang="en-US" sz="3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b="1" dirty="0"/>
              <a:t>CONCLUSION &amp; FUTURE SCOPE</a:t>
            </a:r>
            <a:endParaRPr lang="en-US" sz="4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200" dirty="0"/>
              <a:t>Successfully built a serverless application</a:t>
            </a:r>
            <a:endParaRPr lang="en-US" sz="3200" dirty="0"/>
          </a:p>
          <a:p>
            <a:pPr>
              <a:lnSpc>
                <a:spcPct val="150000"/>
              </a:lnSpc>
            </a:pPr>
            <a:r>
              <a:rPr lang="en-US" sz="3200" dirty="0"/>
              <a:t>Can extend with:</a:t>
            </a:r>
            <a:endParaRPr lang="en-US" sz="3200" dirty="0"/>
          </a:p>
          <a:p>
            <a:pPr lvl="1">
              <a:lnSpc>
                <a:spcPct val="150000"/>
              </a:lnSpc>
            </a:pPr>
            <a:r>
              <a:rPr lang="en-US" sz="3200" dirty="0"/>
              <a:t>Authentication (Cognito)</a:t>
            </a:r>
            <a:endParaRPr lang="en-US" sz="3200" dirty="0"/>
          </a:p>
          <a:p>
            <a:pPr lvl="1">
              <a:lnSpc>
                <a:spcPct val="150000"/>
              </a:lnSpc>
            </a:pPr>
            <a:r>
              <a:rPr lang="en-US" sz="3200" dirty="0"/>
              <a:t>Analytics</a:t>
            </a:r>
            <a:endParaRPr lang="en-US" sz="3200" dirty="0"/>
          </a:p>
          <a:p>
            <a:pPr lvl="1">
              <a:lnSpc>
                <a:spcPct val="150000"/>
              </a:lnSpc>
            </a:pPr>
            <a:r>
              <a:rPr lang="en-US" sz="3200" dirty="0"/>
              <a:t>More APIs</a:t>
            </a:r>
            <a:endParaRPr lang="en-US" sz="3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6179" y="2766218"/>
            <a:ext cx="10515600" cy="1325563"/>
          </a:xfrm>
        </p:spPr>
        <p:txBody>
          <a:bodyPr>
            <a:normAutofit/>
          </a:bodyPr>
          <a:lstStyle/>
          <a:p>
            <a:r>
              <a:rPr lang="en-US" sz="4800" b="1" dirty="0"/>
              <a:t>DONE &amp; THANK YOU!!!!!</a:t>
            </a:r>
            <a:endParaRPr lang="en-US" sz="4800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1255</Words>
  <Application>WPS Presentation</Application>
  <PresentationFormat>Widescreen</PresentationFormat>
  <Paragraphs>77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1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Office Theme</vt:lpstr>
      <vt:lpstr>Serverless Web Application using AWS</vt:lpstr>
      <vt:lpstr>PROJECT OVERVIEW</vt:lpstr>
      <vt:lpstr>PROBLEM STATEMENT</vt:lpstr>
      <vt:lpstr>SOLUTION ARCHITECTURE</vt:lpstr>
      <vt:lpstr>TECHNOLOGIES USED</vt:lpstr>
      <vt:lpstr>AWS LAMBDA</vt:lpstr>
      <vt:lpstr>API GATEWAY</vt:lpstr>
      <vt:lpstr>DYNAMO DB</vt:lpstr>
      <vt:lpstr>AWS AMPLIFY</vt:lpstr>
      <vt:lpstr>OUTPUT</vt:lpstr>
      <vt:lpstr>ADVANTAGES</vt:lpstr>
      <vt:lpstr>CONCLUSION &amp; FUTURE SCOPE</vt:lpstr>
      <vt:lpstr>DONE &amp; THANK YOU!!!!!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AMRITHA SURESH</dc:creator>
  <cp:lastModifiedBy>Amritha SS</cp:lastModifiedBy>
  <cp:revision>2</cp:revision>
  <dcterms:created xsi:type="dcterms:W3CDTF">2026-01-13T17:20:00Z</dcterms:created>
  <dcterms:modified xsi:type="dcterms:W3CDTF">2026-01-13T17:22:23Z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9F612CAB96A94530A21F0B373784CD94_12</vt:lpwstr>
  </property>
  <property fmtid="{D5CDD505-2E9C-101B-9397-08002B2CF9AE}" pid="3" name="KSOProductBuildVer">
    <vt:lpwstr>1033-12.2.0.23196</vt:lpwstr>
  </property>
</Properties>
</file>